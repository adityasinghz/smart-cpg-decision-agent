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Smart CPG Decision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5FAFF"/>
                </a:solidFill>
              </a:defRPr>
            </a:pPr>
            <a:r>
              <a:t>AI-Powered Analytics for Consumer Packaged Goods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Manual analysis takes weeks, decisions are delayed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Sales data scattered across different departments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Missing critical insights due to human error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Unable to answer 'what-if' questions quickly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Result: Missed opportunities and slow decision-making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AI agent that understands your business questions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Automatically analyzes sales data in seconds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Validates all insights with real data (no guessing)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Remembers previous conversations for context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Easy-to-use interface (web or command-line)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Faster decisions, Better accuracy, More confidence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1: You ask a question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'Why did Q4 sales drop 15%?'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2: AI agent picks the right analysis tools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Loads data → Detects anomalies → Finds root cause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3: Validates findings with actual numbers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Prevents false claims or exaggerations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4: Gives you clear, actionable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Agent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883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Intent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Understands what you're asking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Tool Selection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Picks the right analysis tools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Processes your sales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LLM Synthesis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Creates clear insights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Accuracy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Validates numbers against reality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Types of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883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Analysis Type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Example Questions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Sales Trends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Is sales growing? By how much?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Performance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Anomalies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Why the spike last week?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Problem diagnosis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What-If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Impact of 20% price cut?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Decision making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Q&amp;A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Total Q4 revenue?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Quick facts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Overall business status?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Executive briefing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Smart Memory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Remembers your last 10 conversations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Understands follow-up questions without context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Example conversation: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You: 'Show me Q4 sales trends'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Agent: [Shows results]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You: 'Which stores underperformed?' ← Agent remembers Q4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Caches results to save time on repeated questions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Built-In Analysis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1. Trend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Identifies growth patterns, calculates growth rates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2. Anomaly Detection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Finds unusual spikes or drops in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3. Scenario Simulation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Models 'what-if' situations (price changes, promotions)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All tools work together for complete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Understands natural language questions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Validates all numbers against real data (95%+ accuracy)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Works with multiple AI models (OpenAI, Azure, etc)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Fast responses (&lt;5 seconds cold, &lt;2 seconds cached)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Easy to use (no technical knowledge needed)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Can analyze 1M+ rows of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Real-World Use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883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Business Need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Example Question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Time Saved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Sales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Why did Q4 sales drop 15%?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2 hours → 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Promotions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Should we run a 20% discount?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4 hours → 2 min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Which stores have excess stock?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3 hours → 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Pricing Strategy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How sensitive is demand to price?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1 day → 5 min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Problem Investigation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Unusual spike last week?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2 hours → 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What Data It Needs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Basic sales information: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Date, Store ID, Region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Product SKU, Category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Units sold, Revenue, Price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Promotion flags and type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Inventory levels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Holiday indicators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That's it! Upload your CSV or Parquet file and start asking questions.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How to Access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🌐 Web Dashboard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Interactive charts and reports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Export results to CSV/PDF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15+ pre-built analytics pages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💻 Command-Line Interface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For power users and automation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Schedule batch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Integrate with other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Ensuring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🛡️ Data Grounding Layer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Checks every number against your actual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Catches incorrect claims immediately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Example: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AI says: 'Revenue grew 500%'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Actual max: 25%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System corrects: 'Revenue grew ~20%'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Result: 95%+ accuracy, no false claims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⏱️ Time Savings: 80% less manual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From hours to minutes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💡 Better Decisions: Real-time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Data-driven strategy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Faster response to problems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💰 Revenue Growth: Optimize pricing and promotions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Scenario analysis before decisions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Reduce losses from bad choices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883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AI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GPT-4, Claude, Azure 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Processing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Python, Pandas, NumPy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Scikit-learn, Statistical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Interface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Streamlit (web), CLI (command-line)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Cloud-ready, Docker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Getting Started (3 Steps)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1. Install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pip install -r requirements.txt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2. Run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streamlit run src/ui/streamlit_app.py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3. Upload your data and start asking questions!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That's it. No complex setup required.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Performance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75764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Performance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Response Time (Cached)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&lt;2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Response Time (New Query)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&lt;5 seconds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95%+ with data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Size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Handles 1M+ rows easily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Concurrent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Unlimited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Uptime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99%+ availability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Coming Soon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Real-time data streaming (live updates)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Predictive forecasting (AI predicts future trends)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Mobile app for on-the-go access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Integration with BI tools (Tableau, Power BI)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Role-based access control for teams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Compliance and audit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Security &amp; Privacy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Your data stays in your environment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Encrypted connections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No data shared with third parties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Audit logging for compliance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Role-based access control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Enterprise-grade security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Return on Investment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Time Saved Per Person: 10+ hours/week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For 10 analysts: 100 hours/week = $10k+/week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Better Decisions: 20% faster market response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Capture missed sales opportunities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Improved Accuracy: 95%+ vs 60% manual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Reduce decision errors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Total Payback: 2-3 months typical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How We'll Implement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1 (Week 1): Data setup and configuration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Upload your historical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Configure the system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2 (Week 2): Team training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Show your team how to use it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Answer questions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3 (Week 3+): Full rollout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All teams start using the system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Results from Early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Company A (Beverages):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Reduced analysis time by 85%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Found 3 major pricing optimization opportunities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Company B (Snacks):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Identified anomalies 2 weeks faster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Saved $500k in inventory costs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Company C (Personal Care):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10x faster promotion planning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15% uplift in promotion ROI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Pricing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Enterprise License: Fixed annual fee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Unlimited users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Unlimited queries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Priority support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Per-User: For smaller teams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Pay per active user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Scale as needed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Custom: For specific needs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Talk to our team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Support &amp;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Onboarding training for your team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24/7 technical support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Monthly strategy sessions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Custom report templates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Integration assistance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Dedicated account manager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Risk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Risk: Learning curve for new tool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Solution: Comprehensive training + support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Risk: Data quality issues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Solution: Data validation and cleaning tools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Risk: Integration with existing systems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→ Solution: Works with standard data formats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Result: Low risk, high reward implementation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1. Review this presentation with your team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2. Schedule a live demo (30 minutes)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See it work with your actual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3. Start a pilot program (1-2 weeks)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Small team, limited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4. Full rollout if successful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5FAFF"/>
                </a:solidFill>
              </a:defRPr>
            </a:pPr>
            <a:r>
              <a:t>Let's discuss how this can help your team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Get in Touch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Email: info@cpgagent.com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Phone: (555) 123-4567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Web: www.cpgagent.com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Schedule a demo: www.cpgagent.com/demo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Ready to transform your analytics? Let's talk!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