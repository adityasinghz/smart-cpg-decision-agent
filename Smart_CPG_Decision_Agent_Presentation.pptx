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Smart CPG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AFF"/>
                </a:solidFill>
              </a:defRPr>
            </a:pPr>
            <a:r>
              <a:t>AI-Powered Analytics for Consumer Packaged Goods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Manual analysis processes are time-consuming and error-prone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Fragmented data across multiple systems and departments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Lack of real-time visibility into business performance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Reactive decision-making instead of proactive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Difficulty identifying anomalies and trends quickly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Impact: Delayed decisions, missed opportunities, and operational inefficiencies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Comprehensive Analytics Platform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9 specialized modules for complete business intelligence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AI-Powered Intelligence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Natural language assistant with automated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Real-Time Monitoring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Automated alerts and KPI dashboards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Enterprise-Grade Performance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Fast, accurate, scalable for large datasets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Faster decisions, Better accuracy, More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Step 1: Load Your Data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Upload CSV/Parquet files with sales data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Step 2: Choose Your Analysis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Use AI Assistant, Business Insights, or specialized modules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Step 3: Get Instant Results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Automated analysis with visualizations and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Step 4: Take Action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Data-driven recommendations for strategic decisions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Step 5: Monitor Continuously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Set up alerts and track KPIs in real-time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AI Agent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75764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Functionality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Natural Language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Understands business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Intelligent Tool Selection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Selects appropriate analytics modules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Processing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Handles large-scale data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Insight Generation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Creates actionable business insights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Validation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Ensures 95%+ accuracy with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Real-Time Monitoring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Automated alerts and KPI tracking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Core 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5892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AI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Natural language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Instant insights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Business Insights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Automated intelligence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Strategic planning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Multi-method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Risk identification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Comparison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Performance analysis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Predictive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Future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Custom Reports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Tailored reporting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Executive briefings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Alert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Automated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Proactive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Real-time KPIs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Performance tracking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AI Assistant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💬 Natural Language Processing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Ask questions in plain English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🧠 Contextual Understanding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Remembers conversation history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🔍 Intelligent Analysis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Automatically selects appropriate tools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✅ Data Validation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All insights grounded in actual data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⚡ Fast Responses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&lt;5 seconds for complex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Advanced Analytics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🔍 Anomaly Detection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Statistical outliers (IQR, Z-score)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Time series anomalies (rolling window)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Multivariate detection (Isolation Forest)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Data Comparison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Period-over-period analysis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Category, store, and regional comparisons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📈 Forecasting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Linear trend, moving average, exponential smoothing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Customizable forecast periods (1-365 days)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📋 Custom Reports &amp; Dashboard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Real-time KPI monitoring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Automated alert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Platform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AI-Powered Intelligence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Natural language processing for instant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Comprehensive Analytics Suite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9 specialized modules for complete business intelligence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Real-Time Monitoring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Automated alerts and KPI dashboards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Enterprise-Grade Performance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Handles 1M+ rows, &lt;5 second response times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Data-Driven Accuracy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95%+ accuracy with automatic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Real-World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8839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Business Need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Platform Feature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Time Saved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Multi-method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4 hours → 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Performance Analysis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comparison tools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3 hours → 1 min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Predictive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1 day → 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Executive Reporting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Custom reports &amp; dashboard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2 hours → 1 min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Proactive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Alert management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Ongoing → 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Data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Standard Sales Data Format: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Temporal: Date, Time period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Location: Store ID, Region, Geography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Product: SKU ID, Category, Product details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Metrics: Units sold, Revenue, Price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Business Events: Promotions, Holidays, Campaigns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• Inventory: Stock levels, Availability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Supported Formats: CSV, Parquet, Excel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Easy upload through web interface - no technical setup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Modern Web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🌐 Interactive Web Dashboard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9 specialized analytics modules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Real-time data visualization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Intuitive navigation and design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Key Modules: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Overview &amp; Data Management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AI Assistant (Natural Language)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Business Insights Generator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Anomaly Detection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Data Comparison &amp; Forecasting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Custom Reports &amp; Dashboard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Alert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Ensuring Accuracy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🛡️ Multi-Layer Validation System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Data grounding: All numbers validated against source data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Statistical validation: Cross-checked with multiple methods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Anomaly verification: Automated detection and flagging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Quality Assurance: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95%+ accuracy rate in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Real-time data validation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Transparent methodology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Result: Trustworthy, reliable, and actionable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⏱️ Time Savings: 80% reduction in analysis time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Automated insights generation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Real-time monitoring and alerts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💡 Better Decisions: Data-driven intelligence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Comprehensive analytics suite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Predictive forecasting capabilities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💰 Revenue Growth: Strategic optimization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Anomaly detection for risk mitigation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Performance comparison for optimization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Operational Excellence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Custom reports for stakeholders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Dashboard for executive visibility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75764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AI/ML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GPT-4, Claude, Azure OpenAI,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Processing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Python, Pandas, NumPy, PyArrow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Isolation Forest, Statistical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Visualization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Plotly, Interactive charts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Streamlit (modern web dashboard)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Deployment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Cloud-ready, scalable architecture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Getting Started (3 Steps)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1. Install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pip install -r requirements.txt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2. Run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streamlit run src/ui/streamlit_app.py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3. Upload your data and start asking questions!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That's it. No complex setup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600" b="1">
                <a:solidFill>
                  <a:srgbClr val="FFFFFF"/>
                </a:solidFill>
              </a:defRPr>
            </a:pPr>
            <a:r>
              <a:t>Platform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8046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6629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Performance Metric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>
                    <a:solidFill>
                      <a:srgbClr val="1478C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Response Time (Cached)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&lt;2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Response Time (New Analysis)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&lt;5 seconds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95%+ with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Data Capacity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1M+ rows, scalable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Anomaly Detection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Real-time 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Concurrent Users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5FA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System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82828"/>
                          </a:solidFill>
                        </a:rPr>
                        <a:t>99%+ uptime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📡 Real-Time Data Integration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Live data streaming and automatic updates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🤖 Advanced AI Capabilities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Enhanced predictive forecasting models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📱 Mobile &amp; Multi-Platform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Mobile app and enhanced accessibility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🔗 Enterprise Integrations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BI tools (Tableau, Power BI), ERP systems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🔐 Enterprise Features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Role-based access, audit logging, compliance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Your data stays in your environment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Encrypted connections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No data shared with third parties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Audit logging for compliance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Role-based access control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✓ Enterprise-grade security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Return on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⏱️ Time Efficiency: 80% reduction in analysis time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10+ hours saved per analyst per week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Faster response to business questions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💡 Decision Quality: Data-driven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95%+ accuracy vs 60% manual analysis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Proactive anomaly detection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💰 Revenue Impact: Strategic optimization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Better pricing and promotion decisions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Reduced operational costs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Business Value: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Typical payback period: 2-3 months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Ongoing value through continuous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Phase 1: Setup &amp; Configuration (Week 1)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Data upload and validation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System configuration and customization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Initial testing and validation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Phase 2: Training &amp; Onboarding (Week 2)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Comprehensive user training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Best practices and workflows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Q&amp;A and support sessions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Phase 3: Full Deployment (Week 3+)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Organization-wide rollout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Ongoing support and optimization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Continuous improvement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Expected Business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📈 Performance Improvements: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80% reduction in analysis time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95%+ accuracy in insights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Real-time anomaly detection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💰 Financial Impact: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Optimized pricing strategies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Reduced inventory costs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Improved promotion ROI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⚡ Operational Efficiency: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Automated reporting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Proactive alert management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Faster decision-making cycles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Pricing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Enterprise License: Fixed annual fee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Unlimited users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Unlimited queries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Priority support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Per-User: For smaller teams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Pay per active user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Scale as needed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Custom: For specific needs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Talk to our team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Comprehensive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🎓 Training &amp; Onboarding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Comprehensive user training programs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Customized onboarding for your team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🛟 Technical Support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24/7 technical assistance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Dedicated support channels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Strategic Services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Monthly strategy review sessions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Custom report template development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Integration and deployment assistance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👤 Account Management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Dedicated account manager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• Regular check-ins and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Risk Management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📚 User Adoption Risk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→ Mitigation: Comprehensive training, intuitive interface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📊 Data Quality Concerns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→ Mitigation: Built-in validation and quality checks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🔗 Integration Challenges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→ Mitigation: Standard formats, flexible architecture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⚡ Performance Concerns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→ Mitigation: Optimized for large datasets, scalable design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Result: Low-risk implementation with high business value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1. Internal Review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Share this presentation with key stakeholders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2. Live Demonstration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Schedule 30-minute demo with your actual data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See the platform in action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3. Pilot Program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Launch 1-2 week pilot with selected team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Validate value and gather feedback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4. Full Deployment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Organization-wide rollout upon successful pilot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   Ongoing support and optimization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AFF"/>
                </a:solidFill>
              </a:defRPr>
            </a:pPr>
            <a:r>
              <a:t>Let's discuss how this can help your team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78C8"/>
          </a:solidFill>
          <a:ln>
            <a:solidFill>
              <a:srgbClr val="14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Get in Touch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91440" cy="594360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8046720" cy="5394960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📧 Email: info@cpgagent.com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📞 Phone: (555) 123-4567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🌐 Website: www.cpgagent.com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📅 Schedule a Demo: www.cpgagent.com/demo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💼 Enterprise Inquiries: enterprise@cpgagent.com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Ready to transform your analytics capabilities?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82828"/>
                </a:solidFill>
              </a:defRPr>
            </a:pPr>
            <a:r>
              <a:t>Let's discuss how we can help your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